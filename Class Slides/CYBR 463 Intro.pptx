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1A17A3-D23A-CA4F-9703-31275B9240A5}" v="9" dt="2026-01-05T20:57:37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4712"/>
  </p:normalViewPr>
  <p:slideViewPr>
    <p:cSldViewPr snapToGrid="0">
      <p:cViewPr varScale="1">
        <p:scale>
          <a:sx n="120" d="100"/>
          <a:sy n="120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2120-FF56-6242-55EA-B9C4101C6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DA29-C1AB-E249-7FB7-3EEFB6B4F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C507-EDC6-6709-6D5A-3344DD45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F23D4-48EE-7DE5-07D8-65D411FB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5CBF-CB46-CD16-0626-9CEADF5D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1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60B3-84A2-C32B-3552-C0F8B8D5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D66C-2DB6-13EA-DE32-575FB3DA6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542D-95C1-9DB7-64BC-5112BB82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F7907-F0D7-763C-4CAD-43B232D7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ED1F2-7DDB-ACE9-F8D7-AE967F8B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6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49CB-183F-A161-387A-73A765DF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D0FE7-CAFD-8B35-EAD1-EAE9E80BA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5A7E4-CC3C-7E2D-6576-D1ED0556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82992-F97C-3DA0-C9E5-48CD8FBF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44C23-C70D-9C5E-8461-C5AC76E5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4340-F6EB-F0EC-EBDB-7F0915543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DCFC7-89EE-8956-E33A-E0D3451AB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CE7E5-AA84-C4E0-C7C9-90C5D7F6C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7ECC9-714A-99E8-E411-3301F13A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9ACCE-3172-6749-1FA2-61FE9DB7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54EB7-CE7B-1CC2-A154-1B995F89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43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290D-563B-5E54-E065-B99E9F9B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4E402-9635-E32C-A01E-F6610B26E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6727C-31A9-65A2-052F-109644544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B8440-0C3A-2C63-0A5E-B507319BC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415D3-1CB8-6E89-BA54-71D2485D3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F0299-F13C-0B41-BA6B-20121F9E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D4303-7CFE-3823-B4B8-933C915A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9547F-B747-E821-C3FE-488B5700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1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E78A-8DE5-5200-9991-DAAE5A3E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5B5EA-87CF-FD36-D19E-A677E1F2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1F297-FC4A-95F6-B22C-E7565B60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6828D-AEE7-9A80-7DD3-BB20FEE6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6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31D7F-3989-E1E4-A7AD-8B910D4A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A3434-C372-18B7-37F3-7B32B2A6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FA3CE-49C1-D094-3105-3B8B3CE2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2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F850-5B25-E93D-70A8-ABBA438D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E09F7-4BB7-CDAC-0A7A-33E013F8D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10D95-0B05-E059-2C9E-7950CD34D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68EE8-C22C-B988-C9F6-0B7EE373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E94D-05A8-8EE3-543B-A00182C8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9F313-6F41-7516-166A-2A995E60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3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D8E5-7EF2-5A10-771E-F27BC46F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B5F018-62B0-1D2F-7FC8-487CC8F1B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083B3-5420-D5F8-DBF4-B51743FBA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8716-F1F7-8BB8-F828-AD4C8F7E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DB486-BC52-1327-1C16-9625166D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8D5E2-FFFB-6A97-9A50-4083F668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5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049B-9BE1-667E-F033-B427F02D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F7060-4157-3C1C-E200-FAAE7D580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83C19-A18B-3CB3-6200-E0EF48B1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A4230-F44B-1ED9-950F-699BBD12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0A13-2B09-BF72-8158-79BB1B89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1090A-8AB5-4514-637F-1F5799CD1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B7DCB-7780-2CAA-43ED-08D692E69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EA72-1F95-B2D2-D41D-E39E5797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D60D-5D14-0D68-6F2F-53C4BCCF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54B3-ED2D-0056-664D-1E04DF2B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2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39C83-F2AB-0311-9835-C57967C3D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A81BD-B123-19C7-CA81-BB144E46A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6BB14-F4E6-6860-EBFA-DF398BF0F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EECEF-E6B6-4037-A517-F14C8D396C73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F2FB8-E3AE-040F-B684-2FA9F8D6D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D7EE0-61BD-B915-81DC-7B14DB2F3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59865-61DE-400D-952F-CFE36D76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ewu.edu/course-listings/cy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ewu.edu/courses/185932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3A17-684B-C98D-E34E-A0EC58ADC8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CYBR 463/563 Applied Cryptography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A651A-2A7F-478F-9FA0-E0DF3A2B57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Winter 2026</a:t>
            </a:r>
          </a:p>
        </p:txBody>
      </p:sp>
    </p:spTree>
    <p:extLst>
      <p:ext uri="{BB962C8B-B14F-4D97-AF65-F5344CB8AC3E}">
        <p14:creationId xmlns:p14="http://schemas.microsoft.com/office/powerpoint/2010/main" val="175598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B24-4AD8-27AF-619D-1A0E72F7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Catalog Description and Link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5527EA-995A-D1A9-44EE-80D4C19D4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003" t="27724" r="37994" b="48221"/>
          <a:stretch/>
        </p:blipFill>
        <p:spPr>
          <a:xfrm>
            <a:off x="183274" y="1486146"/>
            <a:ext cx="10515600" cy="271913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5CE7D4-711B-EB61-B9FA-3EBC11EF4E12}"/>
              </a:ext>
            </a:extLst>
          </p:cNvPr>
          <p:cNvSpPr txBox="1"/>
          <p:nvPr/>
        </p:nvSpPr>
        <p:spPr>
          <a:xfrm>
            <a:off x="2818397" y="4615934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Cybersecurity (CYBR) &lt; Eastern Washington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2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EFBD-7F2C-0E3B-63AB-900C99BB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C954-41E9-E27D-5C52-BFC9F22E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CYBR 463-040: Applied Cryptography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8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6658-20A8-0205-5060-AC73A4B2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Lets Know Each Other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6A132-CE56-1C51-814E-139166DB2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4587A-AE4A-75ED-8BF9-12ADE9448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770" y="2312476"/>
            <a:ext cx="2949135" cy="418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3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yptography and its Types - GeeksforGeeks">
            <a:extLst>
              <a:ext uri="{FF2B5EF4-FFF2-40B4-BE49-F238E27FC236}">
                <a16:creationId xmlns:a16="http://schemas.microsoft.com/office/drawing/2014/main" id="{79895F4E-CB89-FDFD-C58F-8AC26171DA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4"/>
            <a:ext cx="10905066" cy="545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131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5912B4-52B7-B460-DD30-26C06887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Applications and Cryptographic Algorithms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2646EF0-341E-5FFF-8DC1-D8FC3BBFE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134820"/>
              </p:ext>
            </p:extLst>
          </p:nvPr>
        </p:nvGraphicFramePr>
        <p:xfrm>
          <a:off x="978100" y="2184851"/>
          <a:ext cx="10236191" cy="3796853"/>
        </p:xfrm>
        <a:graphic>
          <a:graphicData uri="http://schemas.openxmlformats.org/drawingml/2006/table">
            <a:tbl>
              <a:tblPr/>
              <a:tblGrid>
                <a:gridCol w="3400605">
                  <a:extLst>
                    <a:ext uri="{9D8B030D-6E8A-4147-A177-3AD203B41FA5}">
                      <a16:colId xmlns:a16="http://schemas.microsoft.com/office/drawing/2014/main" val="1487953216"/>
                    </a:ext>
                  </a:extLst>
                </a:gridCol>
                <a:gridCol w="3400605">
                  <a:extLst>
                    <a:ext uri="{9D8B030D-6E8A-4147-A177-3AD203B41FA5}">
                      <a16:colId xmlns:a16="http://schemas.microsoft.com/office/drawing/2014/main" val="2071326048"/>
                    </a:ext>
                  </a:extLst>
                </a:gridCol>
                <a:gridCol w="3434981">
                  <a:extLst>
                    <a:ext uri="{9D8B030D-6E8A-4147-A177-3AD203B41FA5}">
                      <a16:colId xmlns:a16="http://schemas.microsoft.com/office/drawing/2014/main" val="1695415291"/>
                    </a:ext>
                  </a:extLst>
                </a:gridCol>
              </a:tblGrid>
              <a:tr h="656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Application</a:t>
                      </a:r>
                      <a:endParaRPr lang="en-US" sz="1700"/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Security Goals</a:t>
                      </a:r>
                      <a:endParaRPr lang="en-US" sz="1700"/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Cryptographic Algorithms Used</a:t>
                      </a:r>
                      <a:endParaRPr lang="en-US" sz="1700"/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314778"/>
                  </a:ext>
                </a:extLst>
              </a:tr>
              <a:tr h="656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Secure Messaging (WhatsApp, Signal)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Confidentiality, Integrity, Authentication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AES-256, ECC (Curve25519), SHA-256, HMAC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78458"/>
                  </a:ext>
                </a:extLst>
              </a:tr>
              <a:tr h="656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Secure Web (HTTPS / TLS)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Confidentiality, Integrity, Authentication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AES-128/256, RSA, ECDHE, SHA-256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942011"/>
                  </a:ext>
                </a:extLst>
              </a:tr>
              <a:tr h="656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Blockchain (Bitcoin)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Integrity, Authentication, Non-Repudiation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SHA-256, ECDSA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311876"/>
                  </a:ext>
                </a:extLst>
              </a:tr>
              <a:tr h="39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Wi-Fi Security (WPA2 / WPA3)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Confidentiality, Integrity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AES-CCMP, SAE, SHA-256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629395"/>
                  </a:ext>
                </a:extLst>
              </a:tr>
              <a:tr h="39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Cloud Services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Confidentiality, Integrity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AES-256, TLS, HMAC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77866"/>
                  </a:ext>
                </a:extLst>
              </a:tr>
              <a:tr h="390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Secure Email (PGP / S-MIME)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Confidentiality, Authentication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RSA / ECC, AES, SHA-256</a:t>
                      </a:r>
                    </a:p>
                  </a:txBody>
                  <a:tcPr marL="88711" marR="88711" marT="44356" marB="44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792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8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3F65-E7A4-88F9-D3FC-2CF4D677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D66EC-0F74-789A-78DB-69E2C46AE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07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134</Words>
  <Application>Microsoft Macintosh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CYBR 463/563 Applied Cryptography</vt:lpstr>
      <vt:lpstr>Catalog Description and Link</vt:lpstr>
      <vt:lpstr>Canvas</vt:lpstr>
      <vt:lpstr>Lets Know Each Other</vt:lpstr>
      <vt:lpstr>PowerPoint Presentation</vt:lpstr>
      <vt:lpstr>Applications and Cryptographic Algorithms </vt:lpstr>
      <vt:lpstr>Quiz Time</vt:lpstr>
    </vt:vector>
  </TitlesOfParts>
  <Company>Eastern 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Kaur, Sanmeet</dc:creator>
  <cp:lastModifiedBy>Kaur, Sanmeet</cp:lastModifiedBy>
  <cp:revision>2</cp:revision>
  <dcterms:created xsi:type="dcterms:W3CDTF">2025-01-06T19:44:14Z</dcterms:created>
  <dcterms:modified xsi:type="dcterms:W3CDTF">2026-01-05T20:59:17Z</dcterms:modified>
</cp:coreProperties>
</file>